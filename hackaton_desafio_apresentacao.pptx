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A18E07-AE7A-B440-81BB-C1D18A242559}" v="2" dt="2026-06-15T19:14:00.3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4659"/>
  </p:normalViewPr>
  <p:slideViewPr>
    <p:cSldViewPr snapToGrid="0">
      <p:cViewPr varScale="1">
        <p:scale>
          <a:sx n="189" d="100"/>
          <a:sy n="189" d="100"/>
        </p:scale>
        <p:origin x="11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ivid de Foggi" userId="c8a8d136-2628-4260-b5dc-3e19dbc52c8c" providerId="ADAL" clId="{0A3C4609-6803-5735-885B-E736787FE464}"/>
    <pc:docChg chg="undo custSel modSld">
      <pc:chgData name="Deivid de Foggi" userId="c8a8d136-2628-4260-b5dc-3e19dbc52c8c" providerId="ADAL" clId="{0A3C4609-6803-5735-885B-E736787FE464}" dt="2026-06-15T19:14:00.376" v="70"/>
      <pc:docMkLst>
        <pc:docMk/>
      </pc:docMkLst>
      <pc:sldChg chg="modSp mod">
        <pc:chgData name="Deivid de Foggi" userId="c8a8d136-2628-4260-b5dc-3e19dbc52c8c" providerId="ADAL" clId="{0A3C4609-6803-5735-885B-E736787FE464}" dt="2026-06-15T19:11:23.735" v="1" actId="20577"/>
        <pc:sldMkLst>
          <pc:docMk/>
          <pc:sldMk cId="0" sldId="256"/>
        </pc:sldMkLst>
        <pc:spChg chg="mod">
          <ac:chgData name="Deivid de Foggi" userId="c8a8d136-2628-4260-b5dc-3e19dbc52c8c" providerId="ADAL" clId="{0A3C4609-6803-5735-885B-E736787FE464}" dt="2026-06-15T19:11:23.735" v="1" actId="20577"/>
          <ac:spMkLst>
            <pc:docMk/>
            <pc:sldMk cId="0" sldId="256"/>
            <ac:spMk id="8" creationId="{00000000-0000-0000-0000-000000000000}"/>
          </ac:spMkLst>
        </pc:spChg>
      </pc:sldChg>
      <pc:sldChg chg="modSp">
        <pc:chgData name="Deivid de Foggi" userId="c8a8d136-2628-4260-b5dc-3e19dbc52c8c" providerId="ADAL" clId="{0A3C4609-6803-5735-885B-E736787FE464}" dt="2026-06-15T19:14:00.376" v="70"/>
        <pc:sldMkLst>
          <pc:docMk/>
          <pc:sldMk cId="0" sldId="257"/>
        </pc:sldMkLst>
        <pc:spChg chg="mod">
          <ac:chgData name="Deivid de Foggi" userId="c8a8d136-2628-4260-b5dc-3e19dbc52c8c" providerId="ADAL" clId="{0A3C4609-6803-5735-885B-E736787FE464}" dt="2026-06-15T19:14:00.376" v="70"/>
          <ac:spMkLst>
            <pc:docMk/>
            <pc:sldMk cId="0" sldId="257"/>
            <ac:spMk id="12" creationId="{00000000-0000-0000-0000-000000000000}"/>
          </ac:spMkLst>
        </pc:spChg>
      </pc:sldChg>
      <pc:sldChg chg="modSp">
        <pc:chgData name="Deivid de Foggi" userId="c8a8d136-2628-4260-b5dc-3e19dbc52c8c" providerId="ADAL" clId="{0A3C4609-6803-5735-885B-E736787FE464}" dt="2026-06-15T19:13:55.682" v="69"/>
        <pc:sldMkLst>
          <pc:docMk/>
          <pc:sldMk cId="0" sldId="258"/>
        </pc:sldMkLst>
        <pc:spChg chg="mod">
          <ac:chgData name="Deivid de Foggi" userId="c8a8d136-2628-4260-b5dc-3e19dbc52c8c" providerId="ADAL" clId="{0A3C4609-6803-5735-885B-E736787FE464}" dt="2026-06-15T19:13:55.682" v="69"/>
          <ac:spMkLst>
            <pc:docMk/>
            <pc:sldMk cId="0" sldId="258"/>
            <ac:spMk id="15" creationId="{00000000-0000-0000-0000-000000000000}"/>
          </ac:spMkLst>
        </pc:spChg>
      </pc:sldChg>
      <pc:sldChg chg="modSp mod">
        <pc:chgData name="Deivid de Foggi" userId="c8a8d136-2628-4260-b5dc-3e19dbc52c8c" providerId="ADAL" clId="{0A3C4609-6803-5735-885B-E736787FE464}" dt="2026-06-15T19:13:52.546" v="68" actId="20577"/>
        <pc:sldMkLst>
          <pc:docMk/>
          <pc:sldMk cId="0" sldId="259"/>
        </pc:sldMkLst>
        <pc:spChg chg="mod">
          <ac:chgData name="Deivid de Foggi" userId="c8a8d136-2628-4260-b5dc-3e19dbc52c8c" providerId="ADAL" clId="{0A3C4609-6803-5735-885B-E736787FE464}" dt="2026-06-15T19:11:38.913" v="3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Deivid de Foggi" userId="c8a8d136-2628-4260-b5dc-3e19dbc52c8c" providerId="ADAL" clId="{0A3C4609-6803-5735-885B-E736787FE464}" dt="2026-06-15T19:11:54.355" v="67" actId="20577"/>
          <ac:spMkLst>
            <pc:docMk/>
            <pc:sldMk cId="0" sldId="259"/>
            <ac:spMk id="4" creationId="{00000000-0000-0000-0000-000000000000}"/>
          </ac:spMkLst>
        </pc:spChg>
        <pc:spChg chg="mod">
          <ac:chgData name="Deivid de Foggi" userId="c8a8d136-2628-4260-b5dc-3e19dbc52c8c" providerId="ADAL" clId="{0A3C4609-6803-5735-885B-E736787FE464}" dt="2026-06-15T19:13:52.546" v="68" actId="20577"/>
          <ac:spMkLst>
            <pc:docMk/>
            <pc:sldMk cId="0" sldId="259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9085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image-707074d055eedd4a9d06f85b4a74c8e9.jpg"/>
          <p:cNvPicPr>
            <a:picLocks noChangeAspect="1"/>
          </p:cNvPicPr>
          <p:nvPr/>
        </p:nvPicPr>
        <p:blipFill>
          <a:blip r:embed="rId3"/>
          <a:srcRect l="28125" r="28125"/>
          <a:stretch/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029200" cy="7315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" name="Shape 2"/>
          <p:cNvSpPr/>
          <p:nvPr/>
        </p:nvSpPr>
        <p:spPr>
          <a:xfrm>
            <a:off x="640080" y="91440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FBEFFF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" name="Text 3"/>
          <p:cNvSpPr/>
          <p:nvPr/>
        </p:nvSpPr>
        <p:spPr>
          <a:xfrm>
            <a:off x="640080" y="914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HACKATHON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1417320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Sistema de Boletim</a:t>
            </a:r>
            <a:endParaRPr lang="en-US" sz="2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Ocorrência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40080" y="30175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34290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Entendendo, evoluindo e adicionando inteligência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sistema de registro de BOs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4160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Deivid de Foggi  |  Junho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Cenário Atual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registro de Boletins de Ocorrência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7863840" cy="1280160"/>
          </a:xfrm>
          <a:prstGeom prst="roundRect">
            <a:avLst>
              <a:gd name="adj" fmla="val 7143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" name="Text 4"/>
          <p:cNvSpPr/>
          <p:nvPr/>
        </p:nvSpPr>
        <p:spPr>
          <a:xfrm>
            <a:off x="914400" y="1536192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hoje: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cidadão preenche um formulário descrevendo o que aconteceu, e o sistema </a:t>
            </a:r>
            <a:r>
              <a:rPr lang="en-US" sz="12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 automaticamente o tipo da ocorrência</a:t>
            </a: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(furto, roubo, acidente de trânsito, etc.) e gera um boletim estruturado.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7863840" cy="1874520"/>
          </a:xfrm>
          <a:prstGeom prst="roundRect">
            <a:avLst>
              <a:gd name="adj" fmla="val 3902"/>
            </a:avLst>
          </a:prstGeom>
          <a:solidFill>
            <a:srgbClr val="FBEFFF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" name="Shape 6"/>
          <p:cNvSpPr/>
          <p:nvPr/>
        </p:nvSpPr>
        <p:spPr>
          <a:xfrm>
            <a:off x="914400" y="3035808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9" name="Text 7"/>
          <p:cNvSpPr/>
          <p:nvPr/>
        </p:nvSpPr>
        <p:spPr>
          <a:xfrm>
            <a:off x="914400" y="30358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PROBLEMA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34290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classificação depende de </a:t>
            </a:r>
            <a:r>
              <a:rPr lang="en-US" sz="12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fixas e palavras-chave</a:t>
            </a: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uma lógica rígida que não interpreta o contexto nem a linguagem natural do relato.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Sinônimos, gírias e descrições ambíguas geram </a:t>
            </a:r>
            <a:r>
              <a:rPr lang="en-US" sz="12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classificações incorretas</a:t>
            </a: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 cada novo tipo de ocorrência exige </a:t>
            </a:r>
            <a:r>
              <a:rPr lang="en-US" sz="125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 manual das regras</a:t>
            </a: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sem escala e sem precisão.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2" name="Text 10"/>
          <p:cNvSpPr/>
          <p:nvPr/>
        </p:nvSpPr>
        <p:spPr>
          <a:xfrm>
            <a:off x="640080" y="4960620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GitHub Copilot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42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Desafio do Hackathon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evolução em 5 </a:t>
            </a:r>
            <a:r>
              <a:rPr lang="en-US" sz="1300" dirty="0" err="1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0013187"/>
              </p:ext>
            </p:extLst>
          </p:nvPr>
        </p:nvGraphicFramePr>
        <p:xfrm>
          <a:off x="640080" y="1234440"/>
          <a:ext cx="7863840" cy="219456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Etapa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Foco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Ferramenta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B5C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Entender o sistema existente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969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Copilot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B5C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Modificar e evoluir o código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969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Copilot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B5C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Criar um agente inteligente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Foundry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B5C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Integrar o agente ao sistema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Foundry +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B5C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Otimizar (testes, docs, qualidade)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969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Copilot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3588284"/>
            <a:ext cx="3749040" cy="1280160"/>
          </a:xfrm>
          <a:prstGeom prst="roundRect">
            <a:avLst>
              <a:gd name="adj" fmla="val 5714"/>
            </a:avLst>
          </a:prstGeom>
          <a:solidFill>
            <a:srgbClr val="DDF4FF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" name="Shape 4"/>
          <p:cNvSpPr/>
          <p:nvPr/>
        </p:nvSpPr>
        <p:spPr>
          <a:xfrm>
            <a:off x="868680" y="3699782"/>
            <a:ext cx="822960" cy="228600"/>
          </a:xfrm>
          <a:prstGeom prst="roundRect">
            <a:avLst>
              <a:gd name="adj" fmla="val 16000"/>
            </a:avLst>
          </a:prstGeom>
          <a:solidFill>
            <a:srgbClr val="0969DA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" name="Text 5"/>
          <p:cNvSpPr/>
          <p:nvPr/>
        </p:nvSpPr>
        <p:spPr>
          <a:xfrm>
            <a:off x="868680" y="369978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FASE 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68680" y="399239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campo CPF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Evoluir formulário, modelo de dados, persistência em JSON e API com o Copilot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3588284"/>
            <a:ext cx="3749040" cy="1280160"/>
          </a:xfrm>
          <a:prstGeom prst="roundRect">
            <a:avLst>
              <a:gd name="adj" fmla="val 5714"/>
            </a:avLst>
          </a:prstGeom>
          <a:solidFill>
            <a:srgbClr val="FBEFFF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1" name="Shape 8"/>
          <p:cNvSpPr/>
          <p:nvPr/>
        </p:nvSpPr>
        <p:spPr>
          <a:xfrm>
            <a:off x="4983480" y="3699782"/>
            <a:ext cx="822960" cy="228600"/>
          </a:xfrm>
          <a:prstGeom prst="roundRect">
            <a:avLst>
              <a:gd name="adj" fmla="val 16000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2" name="Text 9"/>
          <p:cNvSpPr/>
          <p:nvPr/>
        </p:nvSpPr>
        <p:spPr>
          <a:xfrm>
            <a:off x="4983480" y="369978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FASE 2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983480" y="399239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AI Foundry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inteligente do BO: tipo, gravidade e encaminhamento via linguagem natural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5" name="Text 12"/>
          <p:cNvSpPr/>
          <p:nvPr/>
        </p:nvSpPr>
        <p:spPr>
          <a:xfrm>
            <a:off x="640080" y="4960620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GitHub Copilot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Perguntas?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 err="1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Esclareça</a:t>
            </a:r>
            <a:r>
              <a:rPr lang="en-US" sz="18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</a:t>
            </a:r>
            <a:r>
              <a:rPr lang="en-US" sz="18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</a:t>
            </a:r>
            <a:r>
              <a:rPr lang="en-US" sz="1800" dirty="0" err="1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suas</a:t>
            </a:r>
            <a:r>
              <a:rPr lang="en-US" sz="18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</a:t>
            </a:r>
            <a:r>
              <a:rPr lang="en-US" sz="18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antes de </a:t>
            </a:r>
            <a:r>
              <a:rPr lang="en-US" sz="1800" dirty="0" err="1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começarmos</a:t>
            </a:r>
            <a:r>
              <a:rPr lang="en-US" sz="18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Jinja2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278892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" name="Text 6"/>
          <p:cNvSpPr/>
          <p:nvPr/>
        </p:nvSpPr>
        <p:spPr>
          <a:xfrm>
            <a:off x="3566160" y="29260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 err="1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</a:t>
            </a:r>
            <a:r>
              <a:rPr lang="en-US" sz="14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básica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200" dirty="0" err="1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 de cada fase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278892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0" name="Text 8"/>
          <p:cNvSpPr/>
          <p:nvPr/>
        </p:nvSpPr>
        <p:spPr>
          <a:xfrm>
            <a:off x="6309360" y="29260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localhost:8000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em /docs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F6F8FA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2" name="Text 10"/>
          <p:cNvSpPr/>
          <p:nvPr/>
        </p:nvSpPr>
        <p:spPr>
          <a:xfrm>
            <a:off x="640080" y="4960620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GitHub Copilot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270</Words>
  <Application>Microsoft Macintosh PowerPoint</Application>
  <PresentationFormat>On-screen Show (16:9)</PresentationFormat>
  <Paragraphs>63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Deivid de Foggi</dc:creator>
  <cp:lastModifiedBy>Deivid de Foggi</cp:lastModifiedBy>
  <cp:revision>1</cp:revision>
  <dcterms:created xsi:type="dcterms:W3CDTF">2026-06-15T17:15:55Z</dcterms:created>
  <dcterms:modified xsi:type="dcterms:W3CDTF">2026-06-15T19:14:02Z</dcterms:modified>
</cp:coreProperties>
</file>